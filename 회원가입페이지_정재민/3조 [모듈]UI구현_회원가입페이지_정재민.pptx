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"/>
  </p:notesMasterIdLst>
  <p:sldIdLst>
    <p:sldId id="304" r:id="rId2"/>
    <p:sldId id="305" r:id="rId3"/>
    <p:sldId id="306" r:id="rId4"/>
  </p:sldIdLst>
  <p:sldSz cx="24384000" cy="13716000"/>
  <p:notesSz cx="13716000" cy="2438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6"/>
    <a:srgbClr val="74CDC7"/>
    <a:srgbClr val="1A202C"/>
    <a:srgbClr val="29344A"/>
    <a:srgbClr val="4F535B"/>
    <a:srgbClr val="7F7F7F"/>
    <a:srgbClr val="676767"/>
    <a:srgbClr val="232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90" autoAdjust="0"/>
    <p:restoredTop sz="94687" autoAdjust="0"/>
  </p:normalViewPr>
  <p:slideViewPr>
    <p:cSldViewPr snapToGrid="0" snapToObjects="1">
      <p:cViewPr varScale="1">
        <p:scale>
          <a:sx n="54" d="100"/>
          <a:sy n="54" d="100"/>
        </p:scale>
        <p:origin x="101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833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9381E-432E-5A4C-42E6-3552C1BF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EC33D-F08A-BB69-747E-813B86BEF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2DD2C-08EF-98BC-331B-51159C947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FE2C5-62A2-0254-1763-E11D5BF54B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28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9381E-432E-5A4C-42E6-3552C1BF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EC33D-F08A-BB69-747E-813B86BEF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2DD2C-08EF-98BC-331B-51159C947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FE2C5-62A2-0254-1763-E11D5BF54B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84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9381E-432E-5A4C-42E6-3552C1BF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EC33D-F08A-BB69-747E-813B86BEF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2DD2C-08EF-98BC-331B-51159C947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FE2C5-62A2-0254-1763-E11D5BF54B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39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7C56-300A-17ED-33B5-BF1C4D1B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113D1E-EAD2-44F6-A66F-9C8565FCF6B1}"/>
              </a:ext>
            </a:extLst>
          </p:cNvPr>
          <p:cNvSpPr/>
          <p:nvPr/>
        </p:nvSpPr>
        <p:spPr>
          <a:xfrm>
            <a:off x="-116114" y="-170024"/>
            <a:ext cx="25011529" cy="13991681"/>
          </a:xfrm>
          <a:prstGeom prst="rect">
            <a:avLst/>
          </a:prstGeom>
          <a:solidFill>
            <a:srgbClr val="1A20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400" dirty="0">
                <a:solidFill>
                  <a:schemeClr val="bg1"/>
                </a:solidFill>
                <a:latin typeface="+mj-ea"/>
                <a:ea typeface="+mj-ea"/>
              </a:rPr>
              <a:t>    </a:t>
            </a:r>
            <a:endParaRPr lang="ko-KR" altLang="en-US" sz="4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499BD6B6-2335-C559-1793-44A0D545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8" y="624858"/>
            <a:ext cx="2782570" cy="827632"/>
          </a:xfrm>
          <a:prstGeom prst="rect">
            <a:avLst/>
          </a:prstGeom>
        </p:spPr>
      </p:pic>
      <p:pic>
        <p:nvPicPr>
          <p:cNvPr id="23" name="Image 21" descr="preencoded.png">
            <a:extLst>
              <a:ext uri="{FF2B5EF4-FFF2-40B4-BE49-F238E27FC236}">
                <a16:creationId xmlns:a16="http://schemas.microsoft.com/office/drawing/2014/main" id="{FC91609E-65DA-635C-EA51-641AC494C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3286" y="732264"/>
            <a:ext cx="5312410" cy="694143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5468BA22-3BD1-0AC4-0795-8D77550EEC52}"/>
              </a:ext>
            </a:extLst>
          </p:cNvPr>
          <p:cNvGrpSpPr/>
          <p:nvPr/>
        </p:nvGrpSpPr>
        <p:grpSpPr>
          <a:xfrm>
            <a:off x="-648067" y="-170024"/>
            <a:ext cx="25680134" cy="3023324"/>
            <a:chOff x="-611040" y="11489982"/>
            <a:chExt cx="25041517" cy="302332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6B4BDE1-50F5-D9DE-3357-F7E6C5841312}"/>
                </a:ext>
              </a:extLst>
            </p:cNvPr>
            <p:cNvSpPr/>
            <p:nvPr/>
          </p:nvSpPr>
          <p:spPr>
            <a:xfrm>
              <a:off x="-611040" y="11489982"/>
              <a:ext cx="25041517" cy="3023324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600" b="1" i="0" u="none" strike="noStrike" kern="0" cap="none" spc="0" normalizeH="0" baseline="0" noProof="0" dirty="0">
                  <a:ln>
                    <a:noFill/>
                  </a:ln>
                  <a:solidFill>
                    <a:srgbClr val="1A202C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00. </a:t>
              </a:r>
              <a:r>
                <a:rPr lang="ko-KR" altLang="en-US" sz="6600" b="1" kern="0" dirty="0">
                  <a:solidFill>
                    <a:srgbClr val="1A202C"/>
                  </a:solidFill>
                  <a:latin typeface="+mj-ea"/>
                  <a:ea typeface="+mj-ea"/>
                </a:rPr>
                <a:t>회원가입페이지</a:t>
              </a:r>
              <a:r>
                <a:rPr kumimoji="0" lang="ko-KR" altLang="en-US" sz="6600" b="1" i="0" u="none" strike="noStrike" kern="0" cap="none" spc="0" normalizeH="0" baseline="0" noProof="0" dirty="0">
                  <a:ln>
                    <a:noFill/>
                  </a:ln>
                  <a:solidFill>
                    <a:srgbClr val="1A202C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 레이아웃 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1DF70C4-9030-4940-86AD-A29DD4D653E5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3817" y="12180880"/>
              <a:ext cx="1641527" cy="1641527"/>
            </a:xfrm>
            <a:prstGeom prst="rect">
              <a:avLst/>
            </a:prstGeom>
          </p:spPr>
        </p:pic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70A1DD-9552-A840-3DE0-F15EC9E34363}"/>
              </a:ext>
            </a:extLst>
          </p:cNvPr>
          <p:cNvSpPr/>
          <p:nvPr/>
        </p:nvSpPr>
        <p:spPr>
          <a:xfrm>
            <a:off x="21846158" y="12477977"/>
            <a:ext cx="1786234" cy="1719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3200" b="1" dirty="0">
                <a:solidFill>
                  <a:srgbClr val="1A202C"/>
                </a:solidFill>
                <a:latin typeface="+mn-ea"/>
              </a:rPr>
              <a:t>00P </a:t>
            </a:r>
          </a:p>
          <a:p>
            <a:pPr algn="ctr"/>
            <a:r>
              <a:rPr lang="ko-KR" altLang="en-US" sz="3200" b="1" dirty="0">
                <a:solidFill>
                  <a:srgbClr val="1A202C"/>
                </a:solidFill>
                <a:latin typeface="+mn-ea"/>
              </a:rPr>
              <a:t>정재민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2CC76F-C9CD-461D-946D-E03668082C7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196" r="11031"/>
          <a:stretch/>
        </p:blipFill>
        <p:spPr>
          <a:xfrm>
            <a:off x="1146582" y="4365811"/>
            <a:ext cx="12192900" cy="794333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94A47DA-84C7-41A2-BC86-CF5AA2A78624}"/>
              </a:ext>
            </a:extLst>
          </p:cNvPr>
          <p:cNvSpPr txBox="1"/>
          <p:nvPr/>
        </p:nvSpPr>
        <p:spPr>
          <a:xfrm>
            <a:off x="14167971" y="4393259"/>
            <a:ext cx="885482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헤더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전체 페이지 공유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) </a:t>
            </a:r>
            <a:br>
              <a:rPr lang="en-US" altLang="ko-KR" sz="2800" dirty="0">
                <a:solidFill>
                  <a:schemeClr val="bg1"/>
                </a:solidFill>
                <a:latin typeface="+mn-ea"/>
              </a:rPr>
            </a:b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로고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, Market(Store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로 대체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), Event(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구현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x), Community, About, Support,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회원가입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(Sign-up),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로그인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(Sign-in)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으로 구성</a:t>
            </a:r>
            <a:br>
              <a:rPr lang="en-US" altLang="ko-KR" sz="2800" dirty="0">
                <a:solidFill>
                  <a:schemeClr val="bg1"/>
                </a:solidFill>
                <a:latin typeface="+mn-ea"/>
              </a:rPr>
            </a:b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메인 컨텐츠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회원가입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)</a:t>
            </a:r>
            <a:br>
              <a:rPr lang="en-US" altLang="ko-KR" sz="2800" dirty="0">
                <a:solidFill>
                  <a:schemeClr val="bg1"/>
                </a:solidFill>
                <a:latin typeface="+mn-ea"/>
              </a:rPr>
            </a:b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회원가입타이틀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 E-mail</a:t>
            </a:r>
            <a:r>
              <a:rPr lang="ko-KR" altLang="en-US" sz="2800" dirty="0" err="1">
                <a:solidFill>
                  <a:schemeClr val="bg1"/>
                </a:solidFill>
                <a:latin typeface="+mn-ea"/>
              </a:rPr>
              <a:t>입력창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, E-mail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중복확인창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사람입니다</a:t>
            </a:r>
            <a:r>
              <a:rPr lang="en-US" altLang="ko-KR" sz="2800" dirty="0" err="1">
                <a:solidFill>
                  <a:schemeClr val="bg1"/>
                </a:solidFill>
                <a:latin typeface="+mn-ea"/>
              </a:rPr>
              <a:t>CheckBox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약관동의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2800" dirty="0" err="1">
                <a:solidFill>
                  <a:schemeClr val="bg1"/>
                </a:solidFill>
                <a:latin typeface="+mn-ea"/>
              </a:rPr>
              <a:t>CheckBox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, Continue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버튼으로 구성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r>
              <a:rPr lang="ko-KR" altLang="en-US" sz="2800" b="1" dirty="0" err="1">
                <a:solidFill>
                  <a:schemeClr val="bg1"/>
                </a:solidFill>
                <a:latin typeface="+mn-ea"/>
              </a:rPr>
              <a:t>푸터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전체페이지 공유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)</a:t>
            </a:r>
            <a:br>
              <a:rPr lang="en-US" altLang="ko-KR" sz="2800" dirty="0">
                <a:solidFill>
                  <a:schemeClr val="bg1"/>
                </a:solidFill>
                <a:latin typeface="+mn-ea"/>
              </a:rPr>
            </a:b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 로고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, Privacy Policy, Terms &amp; Conditions, Cookie Policy, Contact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로 구성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CA1C855-E44D-4D0E-A882-0BEF583D7ED9}"/>
              </a:ext>
            </a:extLst>
          </p:cNvPr>
          <p:cNvSpPr/>
          <p:nvPr/>
        </p:nvSpPr>
        <p:spPr>
          <a:xfrm>
            <a:off x="2298700" y="4240506"/>
            <a:ext cx="9893300" cy="109095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3D88050D-43B8-4EAB-A1EA-121314CE981E}"/>
              </a:ext>
            </a:extLst>
          </p:cNvPr>
          <p:cNvCxnSpPr>
            <a:cxnSpLocks/>
            <a:stCxn id="32" idx="0"/>
          </p:cNvCxnSpPr>
          <p:nvPr/>
        </p:nvCxnSpPr>
        <p:spPr>
          <a:xfrm rot="5400000" flipH="1" flipV="1">
            <a:off x="6903463" y="3898619"/>
            <a:ext cx="683774" cy="1"/>
          </a:xfrm>
          <a:prstGeom prst="bentConnector3">
            <a:avLst>
              <a:gd name="adj1" fmla="val 50000"/>
            </a:avLst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D1E0A6D-C7C9-4E80-93BB-2C3270786E5C}"/>
              </a:ext>
            </a:extLst>
          </p:cNvPr>
          <p:cNvSpPr txBox="1"/>
          <p:nvPr/>
        </p:nvSpPr>
        <p:spPr>
          <a:xfrm>
            <a:off x="6962773" y="3174100"/>
            <a:ext cx="565151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70219F2-006B-4C2C-B875-1620B54048A7}"/>
              </a:ext>
            </a:extLst>
          </p:cNvPr>
          <p:cNvSpPr/>
          <p:nvPr/>
        </p:nvSpPr>
        <p:spPr>
          <a:xfrm>
            <a:off x="2266809" y="11366229"/>
            <a:ext cx="9893300" cy="109095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5180D8-602E-4555-B5D3-C1225B286612}"/>
              </a:ext>
            </a:extLst>
          </p:cNvPr>
          <p:cNvSpPr txBox="1"/>
          <p:nvPr/>
        </p:nvSpPr>
        <p:spPr>
          <a:xfrm>
            <a:off x="13588859" y="11735677"/>
            <a:ext cx="565151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8BEF099-B62D-4522-90A7-F8C5A250337C}"/>
              </a:ext>
            </a:extLst>
          </p:cNvPr>
          <p:cNvCxnSpPr/>
          <p:nvPr/>
        </p:nvCxnSpPr>
        <p:spPr>
          <a:xfrm>
            <a:off x="12160109" y="11863588"/>
            <a:ext cx="142875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724A9CD-F820-4DED-AAA2-F8D6E10B4EE4}"/>
              </a:ext>
            </a:extLst>
          </p:cNvPr>
          <p:cNvSpPr/>
          <p:nvPr/>
        </p:nvSpPr>
        <p:spPr>
          <a:xfrm>
            <a:off x="5002305" y="5522259"/>
            <a:ext cx="4159623" cy="523538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B42FCC-D892-4B05-A585-59131505C6A9}"/>
              </a:ext>
            </a:extLst>
          </p:cNvPr>
          <p:cNvSpPr txBox="1"/>
          <p:nvPr/>
        </p:nvSpPr>
        <p:spPr>
          <a:xfrm>
            <a:off x="13588859" y="7954118"/>
            <a:ext cx="565150" cy="37166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2330244-0C93-413F-8F00-354277447B63}"/>
              </a:ext>
            </a:extLst>
          </p:cNvPr>
          <p:cNvCxnSpPr>
            <a:stCxn id="39" idx="3"/>
            <a:endCxn id="41" idx="1"/>
          </p:cNvCxnSpPr>
          <p:nvPr/>
        </p:nvCxnSpPr>
        <p:spPr>
          <a:xfrm>
            <a:off x="9161928" y="8139953"/>
            <a:ext cx="4426931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86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7C56-300A-17ED-33B5-BF1C4D1B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113D1E-EAD2-44F6-A66F-9C8565FCF6B1}"/>
              </a:ext>
            </a:extLst>
          </p:cNvPr>
          <p:cNvSpPr/>
          <p:nvPr/>
        </p:nvSpPr>
        <p:spPr>
          <a:xfrm>
            <a:off x="-116114" y="-170024"/>
            <a:ext cx="25011529" cy="13991681"/>
          </a:xfrm>
          <a:prstGeom prst="rect">
            <a:avLst/>
          </a:prstGeom>
          <a:solidFill>
            <a:srgbClr val="1A20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400" dirty="0">
                <a:solidFill>
                  <a:schemeClr val="bg1"/>
                </a:solidFill>
                <a:latin typeface="+mj-ea"/>
                <a:ea typeface="+mj-ea"/>
              </a:rPr>
              <a:t>    </a:t>
            </a:r>
            <a:endParaRPr lang="ko-KR" altLang="en-US" sz="4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284E2F-18FD-4E43-AB2C-362429A22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68" y="3206810"/>
            <a:ext cx="7914077" cy="1024788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499BD6B6-2335-C559-1793-44A0D545E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38" y="624858"/>
            <a:ext cx="2782570" cy="827632"/>
          </a:xfrm>
          <a:prstGeom prst="rect">
            <a:avLst/>
          </a:prstGeom>
        </p:spPr>
      </p:pic>
      <p:pic>
        <p:nvPicPr>
          <p:cNvPr id="23" name="Image 21" descr="preencoded.png">
            <a:extLst>
              <a:ext uri="{FF2B5EF4-FFF2-40B4-BE49-F238E27FC236}">
                <a16:creationId xmlns:a16="http://schemas.microsoft.com/office/drawing/2014/main" id="{FC91609E-65DA-635C-EA51-641AC494C6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3286" y="732264"/>
            <a:ext cx="5312410" cy="694143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5468BA22-3BD1-0AC4-0795-8D77550EEC52}"/>
              </a:ext>
            </a:extLst>
          </p:cNvPr>
          <p:cNvGrpSpPr/>
          <p:nvPr/>
        </p:nvGrpSpPr>
        <p:grpSpPr>
          <a:xfrm>
            <a:off x="-648067" y="-170024"/>
            <a:ext cx="25680134" cy="3023324"/>
            <a:chOff x="-611040" y="11489982"/>
            <a:chExt cx="25041517" cy="302332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6B4BDE1-50F5-D9DE-3357-F7E6C5841312}"/>
                </a:ext>
              </a:extLst>
            </p:cNvPr>
            <p:cNvSpPr/>
            <p:nvPr/>
          </p:nvSpPr>
          <p:spPr>
            <a:xfrm>
              <a:off x="-611040" y="11489982"/>
              <a:ext cx="25041517" cy="3023324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600" b="1" i="0" u="none" strike="noStrike" kern="0" cap="none" spc="0" normalizeH="0" baseline="0" noProof="0" dirty="0">
                  <a:ln>
                    <a:noFill/>
                  </a:ln>
                  <a:solidFill>
                    <a:srgbClr val="1A202C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00. </a:t>
              </a:r>
              <a:r>
                <a:rPr lang="ko-KR" altLang="en-US" sz="6600" b="1" kern="0" dirty="0">
                  <a:solidFill>
                    <a:srgbClr val="1A202C"/>
                  </a:solidFill>
                  <a:latin typeface="+mj-ea"/>
                  <a:ea typeface="+mj-ea"/>
                </a:rPr>
                <a:t>회원가입페이지 </a:t>
              </a:r>
              <a:r>
                <a:rPr lang="en-US" altLang="ko-KR" sz="6600" b="1" kern="0" dirty="0">
                  <a:solidFill>
                    <a:srgbClr val="1A202C"/>
                  </a:solidFill>
                  <a:latin typeface="+mj-ea"/>
                  <a:ea typeface="+mj-ea"/>
                </a:rPr>
                <a:t>UI</a:t>
              </a:r>
              <a:r>
                <a:rPr lang="ko-KR" altLang="en-US" sz="6600" b="1" kern="0" dirty="0">
                  <a:solidFill>
                    <a:srgbClr val="1A202C"/>
                  </a:solidFill>
                  <a:latin typeface="+mj-ea"/>
                  <a:ea typeface="+mj-ea"/>
                </a:rPr>
                <a:t>구현</a:t>
              </a:r>
              <a:r>
                <a:rPr lang="en-US" altLang="ko-KR" sz="6600" b="1" kern="0" dirty="0">
                  <a:solidFill>
                    <a:srgbClr val="1A202C"/>
                  </a:solidFill>
                  <a:latin typeface="+mj-ea"/>
                  <a:ea typeface="+mj-ea"/>
                </a:rPr>
                <a:t>_</a:t>
              </a:r>
              <a:r>
                <a:rPr kumimoji="0" lang="ko-KR" altLang="en-US" sz="6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1A202C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컨텐츠영역</a:t>
              </a:r>
              <a:r>
                <a:rPr kumimoji="0" lang="ko-KR" altLang="en-US" sz="6600" b="1" i="0" u="none" strike="noStrike" kern="0" cap="none" spc="0" normalizeH="0" baseline="0" noProof="0" dirty="0">
                  <a:ln>
                    <a:noFill/>
                  </a:ln>
                  <a:solidFill>
                    <a:srgbClr val="1A202C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 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1DF70C4-9030-4940-86AD-A29DD4D653E5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3817" y="12180880"/>
              <a:ext cx="1641527" cy="1641527"/>
            </a:xfrm>
            <a:prstGeom prst="rect">
              <a:avLst/>
            </a:prstGeom>
          </p:spPr>
        </p:pic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70A1DD-9552-A840-3DE0-F15EC9E34363}"/>
              </a:ext>
            </a:extLst>
          </p:cNvPr>
          <p:cNvSpPr/>
          <p:nvPr/>
        </p:nvSpPr>
        <p:spPr>
          <a:xfrm>
            <a:off x="21846158" y="12477977"/>
            <a:ext cx="1786234" cy="1719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3200" b="1" dirty="0">
                <a:solidFill>
                  <a:srgbClr val="1A202C"/>
                </a:solidFill>
                <a:latin typeface="+mn-ea"/>
              </a:rPr>
              <a:t>00P </a:t>
            </a:r>
          </a:p>
          <a:p>
            <a:pPr algn="ctr"/>
            <a:r>
              <a:rPr lang="ko-KR" altLang="en-US" sz="3200" b="1" dirty="0">
                <a:solidFill>
                  <a:srgbClr val="1A202C"/>
                </a:solidFill>
                <a:latin typeface="+mn-ea"/>
              </a:rPr>
              <a:t>정재민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4A47DA-84C7-41A2-BC86-CF5AA2A78624}"/>
              </a:ext>
            </a:extLst>
          </p:cNvPr>
          <p:cNvSpPr txBox="1"/>
          <p:nvPr/>
        </p:nvSpPr>
        <p:spPr>
          <a:xfrm>
            <a:off x="10418487" y="3842772"/>
            <a:ext cx="8854821" cy="9664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endParaRPr lang="en-US" altLang="ko-KR" sz="2800" b="1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회원가입타이틀</a:t>
            </a:r>
            <a:br>
              <a:rPr lang="en-US" altLang="ko-KR" sz="2800" dirty="0">
                <a:solidFill>
                  <a:schemeClr val="bg1"/>
                </a:solidFill>
                <a:latin typeface="+mn-ea"/>
              </a:rPr>
            </a:b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14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E-mail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2800" b="1" dirty="0" err="1">
                <a:solidFill>
                  <a:schemeClr val="bg1"/>
                </a:solidFill>
                <a:latin typeface="+mn-ea"/>
              </a:rPr>
              <a:t>입력창</a:t>
            </a:r>
            <a:br>
              <a:rPr lang="en-US" altLang="ko-KR" sz="2800" dirty="0">
                <a:solidFill>
                  <a:schemeClr val="bg1"/>
                </a:solidFill>
                <a:latin typeface="+mn-ea"/>
              </a:rPr>
            </a:b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사용자가 사용할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E-mail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을 입력 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E-mail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 중복확인창</a:t>
            </a:r>
            <a:br>
              <a:rPr lang="en-US" altLang="ko-KR" sz="2800" dirty="0">
                <a:solidFill>
                  <a:schemeClr val="bg1"/>
                </a:solidFill>
                <a:latin typeface="+mn-ea"/>
              </a:rPr>
            </a:b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- E-mail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입력창과 같은 값을 입력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lvl="1"/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같은 값이 아니면 오류표시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800" dirty="0" err="1">
                <a:solidFill>
                  <a:schemeClr val="bg1"/>
                </a:solidFill>
                <a:latin typeface="+mn-ea"/>
              </a:rPr>
              <a:t>미구현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)</a:t>
            </a:r>
          </a:p>
          <a:p>
            <a:pPr marL="457200" indent="-457200">
              <a:buAutoNum type="arabicPeriod"/>
            </a:pPr>
            <a:endParaRPr lang="en-US" altLang="ko-KR" sz="50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FontTx/>
              <a:buAutoNum type="arabicPeriod"/>
            </a:pP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사람입니다 </a:t>
            </a:r>
            <a:r>
              <a:rPr lang="en-US" altLang="ko-KR" sz="2800" b="1" dirty="0" err="1">
                <a:solidFill>
                  <a:schemeClr val="bg1"/>
                </a:solidFill>
                <a:latin typeface="+mn-ea"/>
              </a:rPr>
              <a:t>CheckBox</a:t>
            </a:r>
            <a:endParaRPr lang="en-US" altLang="ko-KR" sz="2800" b="1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FontTx/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FontTx/>
              <a:buAutoNum type="arabicPeriod"/>
            </a:pP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약관동의 </a:t>
            </a:r>
            <a:r>
              <a:rPr lang="en-US" altLang="ko-KR" sz="2800" b="1" dirty="0" err="1">
                <a:solidFill>
                  <a:schemeClr val="bg1"/>
                </a:solidFill>
                <a:latin typeface="+mn-ea"/>
              </a:rPr>
              <a:t>CheckBox</a:t>
            </a:r>
            <a:endParaRPr lang="en-US" altLang="ko-KR" sz="2800" b="1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FontTx/>
              <a:buAutoNum type="arabicPeriod"/>
            </a:pP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FontTx/>
              <a:buAutoNum type="arabicPeriod"/>
            </a:pP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Continue</a:t>
            </a:r>
            <a:br>
              <a:rPr lang="en-US" altLang="ko-KR" sz="2800" dirty="0">
                <a:solidFill>
                  <a:schemeClr val="bg1"/>
                </a:solidFill>
                <a:latin typeface="+mn-ea"/>
              </a:rPr>
            </a:b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2,3,4,5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번의 내용중 오류나 빈칸이 있으면 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lvl="1"/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타이틀 하단부에 에러박스 띄우고 오류부분에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lvl="1"/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빨간색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border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를 넣어 강조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800" dirty="0" err="1">
                <a:solidFill>
                  <a:schemeClr val="bg1"/>
                </a:solidFill>
                <a:latin typeface="+mn-ea"/>
              </a:rPr>
              <a:t>미구현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)</a:t>
            </a:r>
          </a:p>
          <a:p>
            <a:pPr lvl="1"/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오류나 빈칸이 없으면 다음 화면으로 전환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800" dirty="0" err="1">
                <a:solidFill>
                  <a:schemeClr val="bg1"/>
                </a:solidFill>
                <a:latin typeface="+mn-ea"/>
              </a:rPr>
              <a:t>미구현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70219F2-006B-4C2C-B875-1620B54048A7}"/>
              </a:ext>
            </a:extLst>
          </p:cNvPr>
          <p:cNvSpPr/>
          <p:nvPr/>
        </p:nvSpPr>
        <p:spPr>
          <a:xfrm>
            <a:off x="1733641" y="11926475"/>
            <a:ext cx="6092739" cy="101855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BA8D3AA-D5DD-4CB3-B73C-DBC927B6DF43}"/>
              </a:ext>
            </a:extLst>
          </p:cNvPr>
          <p:cNvSpPr/>
          <p:nvPr/>
        </p:nvSpPr>
        <p:spPr>
          <a:xfrm>
            <a:off x="1744979" y="11026589"/>
            <a:ext cx="6092739" cy="86061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E119A8-5F06-4BEA-90FF-B7A9DFA58632}"/>
              </a:ext>
            </a:extLst>
          </p:cNvPr>
          <p:cNvSpPr/>
          <p:nvPr/>
        </p:nvSpPr>
        <p:spPr>
          <a:xfrm>
            <a:off x="1733641" y="7422777"/>
            <a:ext cx="6092739" cy="157457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D1303C5-A0D0-4978-81A0-8E96BD65D734}"/>
              </a:ext>
            </a:extLst>
          </p:cNvPr>
          <p:cNvSpPr/>
          <p:nvPr/>
        </p:nvSpPr>
        <p:spPr>
          <a:xfrm>
            <a:off x="1733641" y="9333346"/>
            <a:ext cx="6092739" cy="147809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97827DF-0170-45DC-A594-474E33E89F6B}"/>
              </a:ext>
            </a:extLst>
          </p:cNvPr>
          <p:cNvSpPr/>
          <p:nvPr/>
        </p:nvSpPr>
        <p:spPr>
          <a:xfrm>
            <a:off x="1744978" y="5848206"/>
            <a:ext cx="6092739" cy="157457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B385C4A-B69C-473D-A305-40621843E94B}"/>
              </a:ext>
            </a:extLst>
          </p:cNvPr>
          <p:cNvSpPr/>
          <p:nvPr/>
        </p:nvSpPr>
        <p:spPr>
          <a:xfrm>
            <a:off x="1733641" y="4016511"/>
            <a:ext cx="6092739" cy="157457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8666217B-653B-4E10-AD18-0D1398F234EC}"/>
              </a:ext>
            </a:extLst>
          </p:cNvPr>
          <p:cNvCxnSpPr>
            <a:stCxn id="35" idx="3"/>
          </p:cNvCxnSpPr>
          <p:nvPr/>
        </p:nvCxnSpPr>
        <p:spPr>
          <a:xfrm flipV="1">
            <a:off x="7826380" y="11223812"/>
            <a:ext cx="2592107" cy="121194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95ECADF2-F9D9-4B3D-A0FB-150A1E203C57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7837718" y="10650786"/>
            <a:ext cx="2580769" cy="806109"/>
          </a:xfrm>
          <a:prstGeom prst="bentConnector3">
            <a:avLst>
              <a:gd name="adj1" fmla="val 39579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196B26F-6963-47D6-9FAC-9B97D401255C}"/>
              </a:ext>
            </a:extLst>
          </p:cNvPr>
          <p:cNvCxnSpPr/>
          <p:nvPr/>
        </p:nvCxnSpPr>
        <p:spPr>
          <a:xfrm>
            <a:off x="7826380" y="9730336"/>
            <a:ext cx="259210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493F6F9-A8DB-48BD-B05A-6E38512DF448}"/>
              </a:ext>
            </a:extLst>
          </p:cNvPr>
          <p:cNvCxnSpPr/>
          <p:nvPr/>
        </p:nvCxnSpPr>
        <p:spPr>
          <a:xfrm>
            <a:off x="7826380" y="7709647"/>
            <a:ext cx="259210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C03EB9E-30B4-4829-B4E9-47735A09B498}"/>
              </a:ext>
            </a:extLst>
          </p:cNvPr>
          <p:cNvCxnSpPr/>
          <p:nvPr/>
        </p:nvCxnSpPr>
        <p:spPr>
          <a:xfrm>
            <a:off x="7826379" y="6463553"/>
            <a:ext cx="259210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F217828-CE03-48D5-ACFF-D754766BFBEB}"/>
              </a:ext>
            </a:extLst>
          </p:cNvPr>
          <p:cNvCxnSpPr/>
          <p:nvPr/>
        </p:nvCxnSpPr>
        <p:spPr>
          <a:xfrm>
            <a:off x="7837718" y="4536141"/>
            <a:ext cx="259210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197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7C56-300A-17ED-33B5-BF1C4D1B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113D1E-EAD2-44F6-A66F-9C8565FCF6B1}"/>
              </a:ext>
            </a:extLst>
          </p:cNvPr>
          <p:cNvSpPr/>
          <p:nvPr/>
        </p:nvSpPr>
        <p:spPr>
          <a:xfrm>
            <a:off x="-116114" y="-170024"/>
            <a:ext cx="25011529" cy="13991681"/>
          </a:xfrm>
          <a:prstGeom prst="rect">
            <a:avLst/>
          </a:prstGeom>
          <a:solidFill>
            <a:srgbClr val="1A20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400" dirty="0">
                <a:solidFill>
                  <a:schemeClr val="bg1"/>
                </a:solidFill>
                <a:latin typeface="+mj-ea"/>
                <a:ea typeface="+mj-ea"/>
              </a:rPr>
              <a:t>    </a:t>
            </a:r>
            <a:endParaRPr lang="ko-KR" altLang="en-US" sz="4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499BD6B6-2335-C559-1793-44A0D545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8" y="624858"/>
            <a:ext cx="2782570" cy="827632"/>
          </a:xfrm>
          <a:prstGeom prst="rect">
            <a:avLst/>
          </a:prstGeom>
        </p:spPr>
      </p:pic>
      <p:pic>
        <p:nvPicPr>
          <p:cNvPr id="23" name="Image 21" descr="preencoded.png">
            <a:extLst>
              <a:ext uri="{FF2B5EF4-FFF2-40B4-BE49-F238E27FC236}">
                <a16:creationId xmlns:a16="http://schemas.microsoft.com/office/drawing/2014/main" id="{FC91609E-65DA-635C-EA51-641AC494C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3286" y="732264"/>
            <a:ext cx="5312410" cy="694143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5468BA22-3BD1-0AC4-0795-8D77550EEC52}"/>
              </a:ext>
            </a:extLst>
          </p:cNvPr>
          <p:cNvGrpSpPr/>
          <p:nvPr/>
        </p:nvGrpSpPr>
        <p:grpSpPr>
          <a:xfrm>
            <a:off x="-648067" y="-170024"/>
            <a:ext cx="25680134" cy="3023324"/>
            <a:chOff x="-611040" y="11489982"/>
            <a:chExt cx="25041517" cy="302332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6B4BDE1-50F5-D9DE-3357-F7E6C5841312}"/>
                </a:ext>
              </a:extLst>
            </p:cNvPr>
            <p:cNvSpPr/>
            <p:nvPr/>
          </p:nvSpPr>
          <p:spPr>
            <a:xfrm>
              <a:off x="-611040" y="11489982"/>
              <a:ext cx="25041517" cy="3023324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600" b="1" i="0" u="none" strike="noStrike" kern="0" cap="none" spc="0" normalizeH="0" baseline="0" noProof="0" dirty="0">
                  <a:ln>
                    <a:noFill/>
                  </a:ln>
                  <a:solidFill>
                    <a:srgbClr val="1A202C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00. </a:t>
              </a:r>
              <a:r>
                <a:rPr lang="ko-KR" altLang="en-US" sz="6600" b="1" kern="0" dirty="0">
                  <a:solidFill>
                    <a:srgbClr val="1A202C"/>
                  </a:solidFill>
                  <a:latin typeface="+mj-ea"/>
                  <a:ea typeface="+mj-ea"/>
                </a:rPr>
                <a:t>회원가입페이지</a:t>
              </a:r>
              <a:r>
                <a:rPr lang="en-US" altLang="ko-KR" sz="6600" b="1" kern="0" dirty="0">
                  <a:solidFill>
                    <a:srgbClr val="1A202C"/>
                  </a:solidFill>
                  <a:latin typeface="+mj-ea"/>
                  <a:ea typeface="+mj-ea"/>
                </a:rPr>
                <a:t> UI</a:t>
              </a:r>
              <a:r>
                <a:rPr lang="ko-KR" altLang="en-US" sz="6600" b="1" kern="0" dirty="0">
                  <a:solidFill>
                    <a:srgbClr val="1A202C"/>
                  </a:solidFill>
                  <a:latin typeface="+mj-ea"/>
                  <a:ea typeface="+mj-ea"/>
                </a:rPr>
                <a:t>구현</a:t>
              </a:r>
              <a:r>
                <a:rPr lang="en-US" altLang="ko-KR" sz="6600" b="1" kern="0" dirty="0">
                  <a:solidFill>
                    <a:srgbClr val="1A202C"/>
                  </a:solidFill>
                  <a:latin typeface="+mj-ea"/>
                  <a:ea typeface="+mj-ea"/>
                </a:rPr>
                <a:t> _(Width</a:t>
              </a:r>
              <a:r>
                <a:rPr lang="ko-KR" altLang="en-US" sz="6600" b="1" kern="0" dirty="0">
                  <a:solidFill>
                    <a:srgbClr val="1A202C"/>
                  </a:solidFill>
                  <a:latin typeface="+mj-ea"/>
                  <a:ea typeface="+mj-ea"/>
                </a:rPr>
                <a:t> </a:t>
              </a:r>
              <a:r>
                <a:rPr lang="en-US" altLang="ko-KR" sz="6600" b="1" kern="0" dirty="0">
                  <a:solidFill>
                    <a:srgbClr val="1A202C"/>
                  </a:solidFill>
                  <a:latin typeface="+mj-ea"/>
                  <a:ea typeface="+mj-ea"/>
                </a:rPr>
                <a:t>910px</a:t>
              </a:r>
              <a:r>
                <a:rPr lang="ko-KR" altLang="en-US" sz="6600" b="1" kern="0" dirty="0">
                  <a:solidFill>
                    <a:srgbClr val="1A202C"/>
                  </a:solidFill>
                  <a:latin typeface="+mj-ea"/>
                  <a:ea typeface="+mj-ea"/>
                </a:rPr>
                <a:t>이하</a:t>
              </a:r>
              <a:r>
                <a:rPr lang="en-US" altLang="ko-KR" sz="6600" b="1" kern="0" dirty="0">
                  <a:solidFill>
                    <a:srgbClr val="1A202C"/>
                  </a:solidFill>
                  <a:latin typeface="+mj-ea"/>
                  <a:ea typeface="+mj-ea"/>
                </a:rPr>
                <a:t>)</a:t>
              </a:r>
              <a:endParaRPr kumimoji="0" lang="ko-KR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1A202C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1DF70C4-9030-4940-86AD-A29DD4D653E5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3817" y="12180880"/>
              <a:ext cx="1641527" cy="1641527"/>
            </a:xfrm>
            <a:prstGeom prst="rect">
              <a:avLst/>
            </a:prstGeom>
          </p:spPr>
        </p:pic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70A1DD-9552-A840-3DE0-F15EC9E34363}"/>
              </a:ext>
            </a:extLst>
          </p:cNvPr>
          <p:cNvSpPr/>
          <p:nvPr/>
        </p:nvSpPr>
        <p:spPr>
          <a:xfrm>
            <a:off x="21846158" y="12477977"/>
            <a:ext cx="1786234" cy="1719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3200" b="1" dirty="0">
                <a:solidFill>
                  <a:srgbClr val="1A202C"/>
                </a:solidFill>
                <a:latin typeface="+mn-ea"/>
              </a:rPr>
              <a:t>00P </a:t>
            </a:r>
          </a:p>
          <a:p>
            <a:pPr algn="ctr"/>
            <a:r>
              <a:rPr lang="ko-KR" altLang="en-US" sz="3200" b="1" dirty="0">
                <a:solidFill>
                  <a:srgbClr val="1A202C"/>
                </a:solidFill>
                <a:latin typeface="+mn-ea"/>
              </a:rPr>
              <a:t>정재민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2CC76F-C9CD-461D-946D-E03668082C7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196" r="11031"/>
          <a:stretch/>
        </p:blipFill>
        <p:spPr>
          <a:xfrm>
            <a:off x="0" y="5495430"/>
            <a:ext cx="6662475" cy="4340417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94A47DA-84C7-41A2-BC86-CF5AA2A78624}"/>
              </a:ext>
            </a:extLst>
          </p:cNvPr>
          <p:cNvSpPr txBox="1"/>
          <p:nvPr/>
        </p:nvSpPr>
        <p:spPr>
          <a:xfrm>
            <a:off x="14167971" y="4393259"/>
            <a:ext cx="8854821" cy="5826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Width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910px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환경에서 헤더 부분의 로고가 오른쪽 사진처럼 바뀐다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Width 910px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이하 환경이 되어도 회원가입박스의 크기는 </a:t>
            </a:r>
            <a:r>
              <a:rPr lang="ko-KR" altLang="en-US" sz="2800" dirty="0" err="1">
                <a:solidFill>
                  <a:schemeClr val="bg1"/>
                </a:solidFill>
                <a:latin typeface="+mn-ea"/>
              </a:rPr>
              <a:t>변하지않는다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기존 배너색과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Width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910px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이하 환경의 배경색이 같기에 헤더의 색에 변화를 주었다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헤더 영역 좌측에 햄버거 메뉴가 생긴다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상단에 있는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‘Ubiquitous’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로고를 누르면 </a:t>
            </a:r>
            <a:r>
              <a:rPr lang="ko-KR" altLang="en-US" sz="2800" dirty="0" err="1">
                <a:solidFill>
                  <a:schemeClr val="bg1"/>
                </a:solidFill>
                <a:latin typeface="+mn-ea"/>
              </a:rPr>
              <a:t>메인페이지로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 넘어간다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45A977-8B21-4FCE-90E0-FEEA3F2DE44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44" t="-1309" b="-1"/>
          <a:stretch/>
        </p:blipFill>
        <p:spPr>
          <a:xfrm>
            <a:off x="7443965" y="3543300"/>
            <a:ext cx="6458029" cy="791383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0C6BEB1C-EF58-418D-9329-1254BA02B91F}"/>
              </a:ext>
            </a:extLst>
          </p:cNvPr>
          <p:cNvSpPr/>
          <p:nvPr/>
        </p:nvSpPr>
        <p:spPr>
          <a:xfrm>
            <a:off x="6726358" y="7390946"/>
            <a:ext cx="681849" cy="580111"/>
          </a:xfrm>
          <a:prstGeom prst="rightArrow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105961-62AE-493C-8BDC-DBC4E8F5E6BF}"/>
              </a:ext>
            </a:extLst>
          </p:cNvPr>
          <p:cNvSpPr txBox="1"/>
          <p:nvPr/>
        </p:nvSpPr>
        <p:spPr>
          <a:xfrm>
            <a:off x="8235682" y="2878700"/>
            <a:ext cx="5067041" cy="595035"/>
          </a:xfrm>
          <a:prstGeom prst="rect">
            <a:avLst/>
          </a:prstGeom>
          <a:noFill/>
          <a:ln w="38100">
            <a:solidFill>
              <a:srgbClr val="F79646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500" dirty="0">
                <a:solidFill>
                  <a:schemeClr val="bg1"/>
                </a:solidFill>
                <a:latin typeface="+mn-ea"/>
              </a:rPr>
              <a:t>Width 910px</a:t>
            </a:r>
            <a:r>
              <a:rPr lang="ko-KR" altLang="en-US" sz="2500" dirty="0">
                <a:solidFill>
                  <a:schemeClr val="bg1"/>
                </a:solidFill>
                <a:latin typeface="+mn-ea"/>
              </a:rPr>
              <a:t>이하</a:t>
            </a:r>
            <a:endParaRPr lang="en-US" altLang="ko-KR" sz="25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9455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2288</TotalTime>
  <Words>237</Words>
  <Application>Microsoft Office PowerPoint</Application>
  <PresentationFormat>사용자 지정</PresentationFormat>
  <Paragraphs>46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88</cp:revision>
  <dcterms:created xsi:type="dcterms:W3CDTF">2025-07-10T04:24:41Z</dcterms:created>
  <dcterms:modified xsi:type="dcterms:W3CDTF">2025-07-31T08:01:56Z</dcterms:modified>
</cp:coreProperties>
</file>